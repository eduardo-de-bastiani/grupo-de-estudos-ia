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3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47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7C3AED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86384" y="5486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32688" y="5486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0080" y="6949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86384" y="6949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32688" y="6949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" y="8412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86384" y="8412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32688" y="8412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1137392" y="60350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1283696" y="60350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1430000" y="60350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1137392" y="61813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1283696" y="61813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1430000" y="61813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1137392" y="63276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83696" y="63276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430000" y="63276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0" descr="/home/claude/assets/logo_navihu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48640"/>
            <a:ext cx="2331720" cy="7223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15 VAGAS  ·  INSCRIÇÕES ATÉ 04/09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94360" y="26974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Sejam Bem-Vindos ao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de Estudos em IA</a:t>
            </a:r>
            <a:endParaRPr lang="en-US" sz="4400" dirty="0"/>
          </a:p>
        </p:txBody>
      </p:sp>
      <p:sp>
        <p:nvSpPr>
          <p:cNvPr id="25" name="Shape 22"/>
          <p:cNvSpPr/>
          <p:nvPr/>
        </p:nvSpPr>
        <p:spPr>
          <a:xfrm>
            <a:off x="640080" y="4617720"/>
            <a:ext cx="324612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40080" y="4617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Hub  +  DataLakers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 academia aos desafios reais do mercado, com foco em Inteligência Artificial.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a Outubro / 2026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457200" cy="548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60120" y="199339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icon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916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Objetivo do Grupo de Estudos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960120" y="345643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icons/icon_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6027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Ambiente e parâmetros operacionais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960120" y="491947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/home/claude/icons/icon_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50657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4617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Apresentação dos professores e da empresa parceira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263640" y="169164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6583680" y="199339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/home/claude/icon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21396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16916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Apresentação dos alunos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263640" y="315468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6583680" y="345643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4" descr="/home/claude/icons/icon_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60273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Cronograma do grupo de estudos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263640" y="461772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6583680" y="491947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5" descr="/home/claude/icons/icon_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506577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4617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Regras para o grupo de estudos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3112" y="5486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329416" y="5486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1475720" y="54864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1183112" y="6949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329416" y="6949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75720" y="69494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183112" y="8412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329416" y="8412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475720" y="84124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-1463040" y="2926080"/>
            <a:ext cx="4206240" cy="42062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10515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Academia, tecnologia e mercado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unidos por um propósito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60120" y="32004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6012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Hub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60120" y="4389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inovação em IA do Tecnopuc, ponto de encontro entre academia e prática.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43400" y="288036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663440" y="32004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466344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DataLakers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63440" y="4389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parceira que conecta o grupo a desafios reais do mercado de dados e IA.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46720" y="288036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1"/>
          <p:cNvSpPr/>
          <p:nvPr/>
        </p:nvSpPr>
        <p:spPr>
          <a:xfrm>
            <a:off x="8366760" y="32004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2" descr="/home/claude/assets/logo_tecnopu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3920" y="3310128"/>
            <a:ext cx="242316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6676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Tecnopuc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366760" y="4389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científico e tecnológico da PUCRS, sede física da jornada de estudos.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2" name="Imagem 31" descr="Uma imagem contendo Texto&#10;&#10;Descrição gerada automaticamente">
            <a:extLst>
              <a:ext uri="{FF2B5EF4-FFF2-40B4-BE49-F238E27FC236}">
                <a16:creationId xmlns:a16="http://schemas.microsoft.com/office/drawing/2014/main" id="{55DDCC1D-E248-6E8E-972A-5FA8AC01F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39" y="3200400"/>
            <a:ext cx="2211301" cy="685800"/>
          </a:xfrm>
          <a:prstGeom prst="rect">
            <a:avLst/>
          </a:prstGeom>
        </p:spPr>
      </p:pic>
      <p:pic>
        <p:nvPicPr>
          <p:cNvPr id="34" name="Imagem 33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2909B226-1C3C-2488-07F2-2C2249C20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428" y="3145790"/>
            <a:ext cx="2022475" cy="808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0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3291840" cy="329184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291840" y="5120640"/>
            <a:ext cx="2377440" cy="237744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</a:t>
            </a:r>
            <a:endParaRPr lang="en-US" sz="2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de Estudos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21208" y="397764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09160" y="777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grupo de estudos tem a finalidade de: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6858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0" y="187452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/home/claude/icon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039112"/>
            <a:ext cx="356616" cy="356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estudos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989320" y="233172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ambiente de estudos com foco em Inteligência Artificial, estruturado e colaborativo.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09160" y="3794760"/>
            <a:ext cx="6858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029200" y="416052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/home/claude/icon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432511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89320" y="4160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e equipe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989320" y="461772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IA na prática e desenvolver a capacidade de trabalhar em equipe.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Operacionais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457200" cy="548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05840" y="176479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024128" y="2834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exclusivas e limitadas.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629400" y="196596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icons/icon_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12140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18928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52360" y="23134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Presencialmente no ecossistema NAVI.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7947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1005840" y="416052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/home/claude/icons/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3159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4087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e Frequência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828800" y="450799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14h às 17h (Segunda a Sexta).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63640" y="37947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629400" y="416052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/home/claude/icons/icon_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431596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52360" y="4087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452360" y="450799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horas complementares validadas ao final da jornada.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754880" cy="4754880"/>
          </a:xfrm>
          <a:prstGeom prst="ellipse">
            <a:avLst/>
          </a:prstGeom>
          <a:solidFill>
            <a:srgbClr val="7C3AED">
              <a:alpha val="1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94360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86384" y="594360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594360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608990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86384" y="608990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32688" y="608990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0080" y="623620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86384" y="623620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32688" y="623620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10972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ecossistema NAVI Hub</a:t>
            </a:r>
            <a:endParaRPr lang="en-US" sz="2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Tecnopuc PUCRS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espaço presencial pensado para conectar estudantes, professores e empresas parceiras em torno de projetos reais de Inteligência Artificial.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943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0" descr="/home/claude/assets/logo_tecnopu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4297680"/>
            <a:ext cx="2377440" cy="5029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703320" y="4251960"/>
            <a:ext cx="0" cy="914400"/>
          </a:xfrm>
          <a:prstGeom prst="line">
            <a:avLst/>
          </a:prstGeom>
          <a:noFill/>
          <a:ln w="19050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1" descr="/home/claude/assets/logo_navihu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31920" y="4279392"/>
            <a:ext cx="2423160" cy="5486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1463040"/>
            <a:ext cx="4206240" cy="3977640"/>
          </a:xfrm>
          <a:prstGeom prst="roundRect">
            <a:avLst>
              <a:gd name="adj" fmla="val 3218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7635240" y="178308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/home/claude/icons/icon_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92024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412480" y="20756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Tecnopuc, PUCRS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635240" y="30175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3" descr="/home/claude/icons/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15468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41248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412480" y="33101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a sex., 14h–17h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635240" y="42519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4" descr="/home/claude/icons/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38912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12480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8412480" y="4544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Equipes Envolvidas no Grupo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icons/icon_user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0756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745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Alessandra Dutra, Eduarda e Felipe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0" y="192024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icon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0756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745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Parceiros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Eduardo, Mariah e Andrei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960120" y="416052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home/claude/icons/icon_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3159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14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Parceira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49377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DataLakers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583680" y="416052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home/claude/icons/icon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3159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14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e Profissionais Parceiros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83680" y="49377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Ramon, Gustavo e Henrique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3657600"/>
            <a:ext cx="4206240" cy="420624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1137392" y="64008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1283696" y="64008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0" y="64008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137392" y="78638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283696" y="78638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430000" y="78638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137392" y="93268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283696" y="93268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1430000" y="93268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591556" y="214884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icons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2404872"/>
            <a:ext cx="493776" cy="4937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0" y="548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0" y="33832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dos Alunos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nos conhecermos melhor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41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dos Alunos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com o grupo: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195224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icons/icon_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802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semestre?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07792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96112" y="3122676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icons/icon_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2506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907792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mais gosto de fazer?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078224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896112" y="429310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/home/claude/icons/icon_help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4211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078224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menos gosto de fazer?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5248656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896112" y="546354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/home/claude/icons/icon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59155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5248656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qualidade minha é...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63640" y="1737360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6519672" y="195224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4" descr="/home/claude/icons/icon_fl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08026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1737360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defeito meu é...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63640" y="2907792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6519672" y="3122676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5" descr="/home/claude/icons/icon_trending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25069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2907792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Pretendo chegar a ser...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263640" y="4078224"/>
            <a:ext cx="525780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D2E6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1"/>
          <p:cNvSpPr/>
          <p:nvPr/>
        </p:nvSpPr>
        <p:spPr>
          <a:xfrm>
            <a:off x="6519672" y="429310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6" descr="/home/claude/icons/icon_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421124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23760" y="4078224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você está aqui?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Ágil: Do Zero à Aplicação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052560" y="5029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052560" y="502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total: 6 semanas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08860" y="3040380"/>
            <a:ext cx="7498080" cy="0"/>
          </a:xfrm>
          <a:prstGeom prst="line">
            <a:avLst/>
          </a:prstGeom>
          <a:noFill/>
          <a:ln w="25400">
            <a:solidFill>
              <a:srgbClr val="CBB9F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988820" y="1188720"/>
            <a:ext cx="640080" cy="64008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F1ED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9888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246888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14/09 a 25/09  (2 semanas)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em conceitos de IA Generativa e domínio de plataformas No-Code.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737860" y="1188720"/>
            <a:ext cx="640080" cy="64008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F1ED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37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28/09 a 09/10  (2 semanas)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92608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prático de ferramentas, noções sólidas de programação e estruturação em nuvem.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150876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D2E6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486900" y="1188720"/>
            <a:ext cx="640080" cy="64008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F1ED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4869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58200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458200" y="246888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45820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12/10 a 23/10  (2 semanas)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292608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 intensivo e aplicação prática na construção de soluções reais.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Obrigações dos Alunos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4572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41248" y="1737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icons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5623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00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obrigatória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89120" y="1600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presente todos os dias: é obrigatório.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96312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" y="26334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icons/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75234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496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89120" y="249631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pontual! Pontualidade é uma softskill essencial.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392424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41248" y="35295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/home/claude/icons/icon_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64845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3924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mútuo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389120" y="339242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os demais alunos, ajudar a tirar dúvidas e trabalhar em conjunto.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288536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841248" y="44256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/home/claude/icons/icon_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54456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2885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o espaço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389120" y="428853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o ambiente do NAVI.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5184648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1440"/>
          </a:solidFill>
          <a:ln w="12700">
            <a:solidFill>
              <a:srgbClr val="33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841248" y="53218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/home/claude/icons/icon_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4406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184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saudável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389120" y="518464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ambiente de amizade e aprendizado.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120640" cy="512064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3474720"/>
            <a:ext cx="4389120" cy="438912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32104" y="64008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78408" y="640080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78638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32104" y="78638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78408" y="786384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85800" y="93268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32104" y="93268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78408" y="932688"/>
            <a:ext cx="64008" cy="64008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545836" y="2194560"/>
            <a:ext cx="1097280" cy="10972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icons/icon_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478024"/>
            <a:ext cx="530352" cy="5303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0" y="3520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0" y="4251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momento: pergunte à vontade.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645920" y="3840480"/>
            <a:ext cx="4023360" cy="40233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assets/logo_navihu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05756" y="1417320"/>
            <a:ext cx="23774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Sejam todos Bem-Vindos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Grupo de Estudos!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402836" y="4343400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402836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Hub  +  DataLakers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Estudos em IA  ·  NAVI Hub + DataLakers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683</Words>
  <Application>Microsoft Macintosh PowerPoint</Application>
  <PresentationFormat>Widescreen</PresentationFormat>
  <Paragraphs>138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Alessandra Costa Smolenaars Dutra</cp:lastModifiedBy>
  <cp:revision>2</cp:revision>
  <dcterms:created xsi:type="dcterms:W3CDTF">2026-09-12T01:49:17Z</dcterms:created>
  <dcterms:modified xsi:type="dcterms:W3CDTF">2026-09-12T02:00:44Z</dcterms:modified>
</cp:coreProperties>
</file>